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7" r:id="rId8"/>
    <p:sldId id="268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№1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Математические и </a:t>
            </a:r>
            <a:r>
              <a:rPr lang="ru-RU" sz="3100" b="1" dirty="0" err="1"/>
              <a:t>иммитационное</a:t>
            </a:r>
            <a:r>
              <a:rPr lang="ru-RU" sz="3100" b="1" dirty="0"/>
              <a:t>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работы с системой управления версиями </a:t>
            </a:r>
            <a:r>
              <a:rPr lang="ru-RU" dirty="0" err="1"/>
              <a:t>Git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Задание №1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endParaRPr lang="ru-RU"/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5302D5-F719-C4A0-58A8-43AC04AD7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0" r="27976"/>
          <a:stretch>
            <a:fillRect/>
          </a:stretch>
        </p:blipFill>
        <p:spPr bwMode="auto">
          <a:xfrm>
            <a:off x="4119256" y="1996529"/>
            <a:ext cx="6866020" cy="34710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Задание</a:t>
            </a:r>
            <a:r>
              <a:rPr lang="en-US" dirty="0"/>
              <a:t> №</a:t>
            </a:r>
            <a:r>
              <a:rPr lang="ru-RU" dirty="0"/>
              <a:t>2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D767984-F04B-9740-1265-131623DB2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57D7B7-029E-3F7F-A3C6-0E6A1C7EA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9"/>
          <a:stretch>
            <a:fillRect/>
          </a:stretch>
        </p:blipFill>
        <p:spPr>
          <a:xfrm>
            <a:off x="633999" y="640081"/>
            <a:ext cx="6909801" cy="531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Задание</a:t>
            </a:r>
            <a:r>
              <a:rPr lang="en-US" dirty="0"/>
              <a:t> №</a:t>
            </a:r>
            <a:r>
              <a:rPr lang="ru-RU" dirty="0"/>
              <a:t>2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Объект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B1CDD3-B898-D67D-DB14-B2DE9FB3A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442"/>
          <a:stretch>
            <a:fillRect/>
          </a:stretch>
        </p:blipFill>
        <p:spPr>
          <a:xfrm>
            <a:off x="633999" y="640081"/>
            <a:ext cx="6909801" cy="531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B0793F-30D7-7EC5-044B-21BA47B42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868692"/>
            <a:ext cx="10925102" cy="316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снимок экрана, текс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8D6EDE-5E8E-3C78-4D26-DE3CAB831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756356"/>
            <a:ext cx="10925102" cy="139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6CA585-2597-F2DF-7C7C-197CF6A61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182787"/>
            <a:ext cx="10925102" cy="254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10" name="Объект 9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CBB9A8-0917-A882-72A2-997DB6405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319352"/>
            <a:ext cx="10925102" cy="226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84784-2CDB-AEEB-7684-85585439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4D3A2-4ABB-4F1D-A6A9-CEC87538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DF8401-BA14-4455-8E6C-5AE520533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20" y="643538"/>
            <a:ext cx="7556459" cy="36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4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9629B-38F1-7312-FBC9-70E803CB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0C3C3-FA93-8AE8-7D6E-886A5B722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85F8EA-A5F7-4F51-9DCF-5AE1F3162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691159"/>
            <a:ext cx="10925102" cy="352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1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21F43-CE9E-DCA8-2182-B2CE7FD2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8F4D6-8E70-EC85-CE93-DD15380D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22561C-3085-0B18-EBFF-7B5AABFC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674417"/>
            <a:ext cx="10925102" cy="155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41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62C20-090A-E3AC-B8CE-E2CC26A0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03C6F-7079-CA0B-4C72-7D94FC92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7ABC1DD-4811-96E7-314B-F93405C84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027" y="3548020"/>
            <a:ext cx="6068272" cy="619211"/>
          </a:xfrm>
        </p:spPr>
      </p:pic>
    </p:spTree>
    <p:extLst>
      <p:ext uri="{BB962C8B-B14F-4D97-AF65-F5344CB8AC3E}">
        <p14:creationId xmlns:p14="http://schemas.microsoft.com/office/powerpoint/2010/main" val="2808560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95ACD-9CE6-DA81-F606-EA550430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FFBB3-5431-76B3-CCD6-70CFAF2F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670D91-AEB2-B8E8-6A87-9E843B7E4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777" y="643538"/>
            <a:ext cx="9159545" cy="36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05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9708C-5196-6D07-0020-A21E69EE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F430F-1879-8DE9-2E82-9696F6BD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EB6981-8F11-2B96-F40A-2D41EAA39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158" y="3471809"/>
            <a:ext cx="6154009" cy="771633"/>
          </a:xfrm>
        </p:spPr>
      </p:pic>
    </p:spTree>
    <p:extLst>
      <p:ext uri="{BB962C8B-B14F-4D97-AF65-F5344CB8AC3E}">
        <p14:creationId xmlns:p14="http://schemas.microsoft.com/office/powerpoint/2010/main" val="2862936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3D22A-B79A-A4BD-6508-78CD5B1B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22A42-277C-9243-0C06-045009AB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7F1EE6-341D-243E-A6C0-92B98F1DF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573" y="643538"/>
            <a:ext cx="6005953" cy="36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0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78FD7-5036-49D4-A3D5-A68E8999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9490DC-5BBA-A987-B99F-B587EDA5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7" name="Объект 6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BDBE36-7C51-699E-F5ED-57ED4C361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305" y="643538"/>
            <a:ext cx="7866490" cy="36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87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выполнения данной лабораторной работы я приобрел практические навыки работы с </a:t>
            </a:r>
            <a:r>
              <a:rPr lang="ru-RU" dirty="0" err="1"/>
              <a:t>Git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91</Words>
  <Application>Microsoft Office PowerPoint</Application>
  <PresentationFormat>Широкоэкранный</PresentationFormat>
  <Paragraphs>22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Ретро</vt:lpstr>
      <vt:lpstr>Лабораторная работа №1  Математические и иммитационное моделирование </vt:lpstr>
      <vt:lpstr>Цель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26</cp:revision>
  <dcterms:created xsi:type="dcterms:W3CDTF">2023-10-14T19:58:32Z</dcterms:created>
  <dcterms:modified xsi:type="dcterms:W3CDTF">2026-02-20T19:24:43Z</dcterms:modified>
</cp:coreProperties>
</file>